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4632"/>
            <a:ext cx="6502237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Apertura e Chiusura dei File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1721763"/>
            <a:ext cx="690862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Aprire e chiudere, flussi standard, file in pratica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2301180"/>
            <a:ext cx="6502237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2402780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2459871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2402780"/>
            <a:ext cx="523763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2459871"/>
            <a:ext cx="92003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95994" y="2402780"/>
            <a:ext cx="1924597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2702651" y="2459871"/>
            <a:ext cx="232086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APERTURA E CHIUSURA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212" y="304800"/>
            <a:ext cx="4470288" cy="62484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Aprire e Chiudere un 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programma lavora sul file tramite un puntatore a FILE, restituito da fopen e liberato da fclose. La struttura FILE è gestita dalla libreria: il programma non ne usa i campi.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908627" cy="2631281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48199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*f = fopen("saluto.txt", "w");      /* nome e modalità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 ==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fprintf(stderr, "Impossibile creare saluto.txt\n");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fputs("Benvenuti al corso di C!\n", f);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fclose(f);                           /* una volta sola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707434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70743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842689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fopen restituisce NULL se il file non si può aprire: file inesistente in lettura, cartella sbagliata, permessi. Il controllo è obbligatorio, come per malloc.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185747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Modalità di Apertura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731501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secondo argomento di fopen dice che cosa si vuole fare del file.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378446"/>
            <a:ext cx="6908627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556564"/>
            <a:ext cx="648199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fopen("diario.txt", "r");    /* lettura: il file deve esistere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fopen("diario.txt", "w");    /* scrittura: crea o SVUOTA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fopen("diario.txt", "a");    /* aggiunta: crea o scrive in fondo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fopen("diario.txt", "r+");   /* lettura e scrittura, deve esistere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fopen("diario.txt", "w+");   /* lettura e scrittura, svuota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fopen("diario.txt", "a+");   /* lettura e aggiunta in fondo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925292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3925292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060547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"w" cancella il contenuto senza chiedere nulla: per un diario o uno storico che deve crescere si usa "a".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023368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Carattere alla Volta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c;              /* int, non char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fgetc(f);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 != EOF)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putchar(c);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caratteri++;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fgetc(f);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fclose(f);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2583989"/>
                <a:gridCol w="258408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Compito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fputc(c, f)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scrive un carattere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fputs(s, f)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scrive una stringa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fprintf(f, ...)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come printf, sul file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fgetc(f)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legge un carattere, EOF alla fine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3263205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3263205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45823" y="3398461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EOF è un valore negativo diverso da ogni carattere: in un char non si distinguerebbe da un carattere valido.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Due File Aperti Insieme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4053582"/>
          </a:xfrm>
          <a:prstGeom prst="roundRect">
            <a:avLst>
              <a:gd name="adj" fmla="val 28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697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origine = fopen(nome_origine, "r");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(origine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copia = fopen(nome_copia, "w");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(copia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 = fgetc(origine);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(c != EOF)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fputc(c, copia);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 = fgetc(origine);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fclose(copia);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fclose(origine);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29580"/>
            <a:ext cx="5168076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apre prima il file da leggere: se manca, la copia non viene creata. Se la copia non si può creare, si chiude l'origine già aperta.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stesso nome per origine e copia va rifiutato: aprire il file in "w" lo svuoterebbe prima di leggerlo.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383334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38333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518589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sapere se un file esiste si prova ad aprirlo in lettura e, se riesce, lo si richiude subito.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 Flussi Standard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programma parte con tre FILE * già aperti, che non si aprono e non si chiudono: stdin, stdout e stderr.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2062361"/>
          </a:xfrm>
          <a:prstGeom prst="roundRect">
            <a:avLst>
              <a:gd name="adj" fmla="val 55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printf(...)       /* fprintf(stdout, ...)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putchar(c)        /* fputc(c, stdout)    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scanf(...)        /* fscanf(stdin, ...)  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getchar()         /* fgetc(stdin)        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fprintf(stderr, "scarto: %d anni\n", eta);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88967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388967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02492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risultati vanno su stdout, i messaggi d'errore su stderr: con la redirezione il file riceve solo i risultati.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19650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Una Funzione per Ogni Flusso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631281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stampa_pagella(FILE *f, ...)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fprintf(f, "PAGELLA - %s\n", cognome);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stampa_pagella(stdout, ...);    /* a video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stampa_pagella(file, ...);      /* nel file */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2583989"/>
                <a:gridCol w="258408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Comando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Effetto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./prog &lt; dati.txt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stdin da file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./prog &gt; ris.txt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stdout in un file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./prog 2&gt; err.txt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stderr in un file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7229" y="2626301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filtro legge stdin fino a EOF e scrive su stdout, senza aprire file. Da tastiera la fine dei dati si segnala con Ctrl+D (Ctrl+Z su Windows).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7229" y="3468390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8" name="Shape 5"/>
          <p:cNvSpPr/>
          <p:nvPr/>
        </p:nvSpPr>
        <p:spPr>
          <a:xfrm>
            <a:off x="6617229" y="3468390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6"/>
          <p:cNvSpPr/>
          <p:nvPr/>
        </p:nvSpPr>
        <p:spPr>
          <a:xfrm>
            <a:off x="6845823" y="3603645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Dentro la funzione si usa solo fprintf(f, ...): printf scriverebbe sempre a video.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Buffer e fflush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fputc, fputs e fprintf scrivono in un buffer in memoria: i dati arrivano nel file quando il buffer è pieno, con fflush o con fclose.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fprintf(f, "Postazione 1: libera\n");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conta_caratteri("buffer.txt");   /*  0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fflush(f);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conta_caratteri("buffer.txt");   /* 46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fclose(f);                       /* svuota e chiude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17413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17413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30938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il programma termina in modo anomalo senza chiudere il file, i dati rimasti nel buffer si perdono.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1693763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Più File, remove e rename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4053582"/>
          </a:xfrm>
          <a:prstGeom prst="roundRect">
            <a:avLst>
              <a:gd name="adj" fmla="val 28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697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(aperti &lt; n &amp;&amp; ok)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f[aperti] = fopen(nomi[aperti], "w");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 = f[aperti] !=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(ok)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aperti++;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(!ok)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chiudi_tutti(f, aperti);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remove("circolare.txt");             /* 0 se riesce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rename("bozza.txt", "circolare.txt");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programma può tenere aperti più file insieme: il minimo garantito è FOPEN_MAX. Se un'apertura fallisce, si chiudono quelli già aperti.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1780877"/>
          <a:ext cx="5168076" cy="914400"/>
        </p:xfrm>
        <a:graphic>
          <a:graphicData uri="http://schemas.openxmlformats.org/drawingml/2006/table">
            <a:tbl>
              <a:tblPr/>
              <a:tblGrid>
                <a:gridCol w="2583989"/>
                <a:gridCol w="258408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Compito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remove(nome)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cancella il file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rename(vecchio, nuovo)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cambia il nome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229" y="3071118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8" name="Shape 5"/>
          <p:cNvSpPr/>
          <p:nvPr/>
        </p:nvSpPr>
        <p:spPr>
          <a:xfrm>
            <a:off x="6617229" y="3071118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6"/>
          <p:cNvSpPr/>
          <p:nvPr/>
        </p:nvSpPr>
        <p:spPr>
          <a:xfrm>
            <a:off x="6845823" y="3206373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file non deve essere aperto. Se il nuovo nome esiste, Windows rifiuta la rename: prima si rimuove la destinazione.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Salvataggio Sicuro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Riscrivere un file importante con "w" lo svuota subito: un'interruzione a metà lo rovina. Si scrive invece un file temporaneo e solo alla fine lo si mette al suo posto.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908627" cy="1777901"/>
          </a:xfrm>
          <a:prstGeom prst="roundRect">
            <a:avLst>
              <a:gd name="adj" fmla="val 64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48199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fopen("libri.tmp", "w");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scrittura di tutto l'elenco 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fclose(f);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remove("libri.txt");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rename("libri.tmp", "libri.txt");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85405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385405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398930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stesso schema, con più nomi, fa ruotare le copie di sicurezza: remove della più vecchia, poi rename dalla più vecchia alla più recente.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076648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4185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 controllare se fopen ha restituito NULL.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046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1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1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Mettere il risultato di fgetc in un char.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390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185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Aprire in "w" un file da conservare.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046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9841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Chiamare fclose su NULL o due volte.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390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84185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185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FILE * dopo fclose.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046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1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9841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i messaggi d'errore su stdout.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390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584185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4185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Lasciare aperti i file già aperti quando un'apertura fallisce.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046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349841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49841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Leggere un file prima di fflush o fclose di chi lo scrive.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2958431"/>
                <a:gridCol w="5006651"/>
                <a:gridCol w="341383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Situazione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Aprire un file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fopen(nome, modalità)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controllo di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Chiudere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fclose(f)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volta sola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Leggere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fgetc(f) fino a EOF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 in un int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Scrivere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fputc, fputs, fprintf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sul FILE *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Conservare il contenuto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modalità "a"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"w" svuota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Risultati e errori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stdout e stderr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separabili con &gt;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Stesso codice per video e file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 con FILE *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stdout o file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Dati non ancora nel file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fflush o fclose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buffer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Più file insieme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tutti o nessuno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FOPEN_MAX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Cancellare, rinominare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remove, rename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 se riesce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Salvare senza rischi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file temporaneo e rename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originale intatto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Aprire e Chiudere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fopen, modalità e file mancanti.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010-fopen-e-fclose.c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saluto scritto e riletto.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fputs, fprintf e fgetc fino a EOF.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020-modalita-di-apertura.c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stesso file scritto tre volte.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"w" svuota, "a" aggiunge, "r" vuole il file.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030-file-che-non-esiste.c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nome sbagliato dall'utente.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tre tentativi con fopen in lettura.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Aprire e Chiudere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Diario delle uscite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uscite didattiche aggiunte in fondo a ogni esecuzione.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Copia di un file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file aperti insieme, copia carattere per carattere.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Registro del giorno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Nome del file dalla data: aggiungere o sovrascrivere.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Statistiche di un testo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Lettere, cifre, righe e riga più lunga in una sola lettura.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Confronto di due file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prima differenza, con riga e colonna.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Flussi Standard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stdin, stdout e stderr.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010-stdin-stdout-stderr.c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età degli iscritti a un torneo.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valide su stdout, scarti su stderr.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020-una-funzione-per-ogni-flusso.c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l'orario settimanale della classe.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stessa funzione a video e su file.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030-redirezione.c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contare caratteri, parole e righe.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stdin fino a EOF, uso con &lt; e &gt;.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sui Flussi Standard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Pagella a video e su file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per lo schermo e per pagella-cognome.txt.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Filtro maiuscole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 stdin a stdout, il resoconto su stderr.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Registro degli errori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Voti validi in un file, errori a video e in uno storico.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Numerazione delle righe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filtro che numera le righe non vuote.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Rapporto multiplo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raccolta della carta a video, in un file e nello storico.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File in Pratica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più file, buffer, remove e rename.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010-piu-file-aperti.c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fogli di tre turni del laboratorio.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aprire tutti i file o nessuno.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020-buffer-e-fflush.c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registro del laboratorio.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caratteri nel file prima e dopo fflush.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030-rimuovere-e-rinominare.c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circolare in bozza.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remove e rename con il loro esito.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File in Pratica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Salvataggio sicuro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biblioteca di classe salvata con un file temporaneo.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Divisione per classe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file aperto per ogni classe incontrata.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Unione di file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elenchi delle classi in un unico 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Copie di sicurezza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verbale con tre copie a rotazione.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File di blocco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prenotazione dell'aula informatica.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2026-10-16T07:15:15Z</dcterms:created>
  <dcterms:modified xsi:type="dcterms:W3CDTF">2026-10-16T07:15:15Z</dcterms:modified>
</cp:coreProperties>
</file>