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34632"/>
            <a:ext cx="6502237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malloc e free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1107103"/>
            <a:ext cx="650223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Allocare e liberare, funzioni e memoria dinamica, errori con la memoria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1970980"/>
            <a:ext cx="6502237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2072580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2129671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2072580"/>
            <a:ext cx="1708703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2129671"/>
            <a:ext cx="210497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MEMORIA DINAMICA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80934" y="2072580"/>
            <a:ext cx="1347952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887591" y="2129671"/>
            <a:ext cx="174422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MALLOC E FREE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304800"/>
            <a:ext cx="4470288" cy="62484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Stack e Heap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variabili locali stanno nello stack: la loro dimensione è fissata quando si compila e spariscono all'uscita dal blocco. Lo heap è la memoria che il programma chiede mentre è in esecuzione.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908627" cy="3484662"/>
          </a:xfrm>
          <a:prstGeom prst="roundRect">
            <a:avLst>
              <a:gd name="adj" fmla="val 32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481997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&lt;stdlib.h&gt;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*ore = malloc(n * sizeof *ore);   /* n double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(ore ==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printf("Memoria insufficiente.\n");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ore[0] = 7.0;                        /* si usa come un array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free(ore);                           /* il blocco torna al sistema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719564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71956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854819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malloc riceve i byte e restituisce l'indirizzo del blocco, oppure NULL. Il contenuto non è inizializzato. Ogni blocco si libera con free, una sola volta.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57690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Array della Dimensione Giusta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484662"/>
          </a:xfrm>
          <a:prstGeom prst="roundRect">
            <a:avLst>
              <a:gd name="adj" fmla="val 32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printf("Quanti giorni? 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&amp;n);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ore = malloc(n * sizeof *ore);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printf("%zu byte\n", n * sizeof *ore);  /* 40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printf("%zu byte\n", sizeof ore);       /* 8: il puntatore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n;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totale = totale + ore[i];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929580"/>
          <a:ext cx="5168076" cy="914400"/>
        </p:xfrm>
        <a:graphic>
          <a:graphicData uri="http://schemas.openxmlformats.org/drawingml/2006/table">
            <a:tbl>
              <a:tblPr/>
              <a:tblGrid>
                <a:gridCol w="1343686"/>
                <a:gridCol w="1912096"/>
                <a:gridCol w="1912294"/>
              </a:tblGrid>
              <a:tr h="646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locale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Blocco con malloc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fissata quando si compila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scelta durante l'esecuzione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durata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fino alla fine del blocco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fino alla free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sizeof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 dell'array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 del puntatore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errore di memoria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programma termina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malloc restituisce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7229" y="4306193"/>
            <a:ext cx="5168076" cy="840680"/>
          </a:xfrm>
          <a:custGeom>
            <a:avLst/>
            <a:gdLst/>
            <a:ahLst/>
            <a:cxnLst/>
            <a:rect l="l" t="t" r="r" b="b"/>
            <a:pathLst>
              <a:path w="5168076" h="84068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789881"/>
                </a:lnTo>
                <a:arcTo hR="50800" wR="50799" stAng="0" swAng="5400000"/>
                <a:lnTo>
                  <a:pt x="0" y="84068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4306193"/>
            <a:ext cx="50799" cy="84068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45823" y="4441448"/>
            <a:ext cx="476168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sizeof *ore segue il tipo del puntatore: se ore diventa un float *, la malloc resta corretta. Il numero di elementi va tenuto in una variabile.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Struct nello Heap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484662"/>
          </a:xfrm>
          <a:prstGeom prst="roundRect">
            <a:avLst>
              <a:gd name="adj" fmla="val 32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Studente *eletto = malloc(sizeof *eletto);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Studente *candidati = malloc(n * sizeof *candidati);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strcpy(candidati[i].nome, "Sara Conti");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candidati[i].voti = 52;          /* elemento: punto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*eletto = candidati[migliore];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printf("%s", eletto-&gt;nome);       /* puntatore: freccia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free(candidati);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free(eletto);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struct o un array di struct si allocano con una sola malloc, e una sola free restituisce tutto il blocco, compresi gli array che la struct contiene.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7229" y="1780877"/>
            <a:ext cx="5168076" cy="103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eletto è un puntatore: i campi si raggiungono con la freccia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candidati[i] è una struct: i campi si raggiungono con il punto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7229" y="2973090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8" name="Shape 6"/>
          <p:cNvSpPr/>
          <p:nvPr/>
        </p:nvSpPr>
        <p:spPr>
          <a:xfrm>
            <a:off x="6617229" y="2973090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7"/>
          <p:cNvSpPr/>
          <p:nvPr/>
        </p:nvSpPr>
        <p:spPr>
          <a:xfrm>
            <a:off x="6845823" y="3108345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free(NULL) non fa nulla: le due free sono corrette anche se una sola delle due malloc è riuscita.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che Allocano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4906963"/>
          </a:xfrm>
          <a:prstGeom prst="roundRect">
            <a:avLst>
              <a:gd name="adj" fmla="val 23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4551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*crea_tabellina(int numero, int n)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*v = malloc(n * sizeof *v);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 = 0; i &lt; n; i++)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v[i] = numero * (i + 1);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*t = crea_tabellina(7, 10);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free(t);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blocco dello heap non appartiene a una funzione: resta valido fino alla free, anche dopo che la funzione è terminata.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1780877"/>
          <a:ext cx="5168076" cy="914400"/>
        </p:xfrm>
        <a:graphic>
          <a:graphicData uri="http://schemas.openxmlformats.org/drawingml/2006/table">
            <a:tbl>
              <a:tblPr/>
              <a:tblGrid>
                <a:gridCol w="2170554"/>
                <a:gridCol w="2997522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Chi fornisce la memoria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Prototipo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void scrivi(char testo[], ...)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char *crea(...), libera il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229" y="3616424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8" name="Shape 5"/>
          <p:cNvSpPr/>
          <p:nvPr/>
        </p:nvSpPr>
        <p:spPr>
          <a:xfrm>
            <a:off x="6617229" y="361642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6"/>
          <p:cNvSpPr/>
          <p:nvPr/>
        </p:nvSpPr>
        <p:spPr>
          <a:xfrm>
            <a:off x="6845823" y="3751679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Mai restituire l'indirizzo di un array locale: sparisce con la funzione e il chiamante riceve un puntatore pendente.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Coppie crea e distruggi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una struct contiene un puntatore a un altro blocco, le malloc stanno in crea_... e le free in distruggi_...: chi usa il tipo non chiama mai malloc o free sui suoi pezzi.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908627" cy="3769122"/>
          </a:xfrm>
          <a:prstGeom prst="roundRect">
            <a:avLst>
              <a:gd name="adj" fmla="val 30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481997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 *crea_registro(const char *classe, int capienza)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Registro *r = malloc(sizeof *r);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r-&gt;voti = malloc(capienza * sizeof *r-&gt;voti);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(r-&gt;voti ==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free(r);              /* niente perdite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6004024"/>
            <a:ext cx="6908627" cy="322560"/>
          </a:xfrm>
          <a:custGeom>
            <a:avLst/>
            <a:gdLst/>
            <a:ahLst/>
            <a:cxnLst/>
            <a:rect l="l" t="t" r="r" b="b"/>
            <a:pathLst>
              <a:path w="6908627" h="32256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271760"/>
                </a:lnTo>
                <a:arcTo hR="50800" wR="50799" stAng="0" swAng="5400000"/>
                <a:lnTo>
                  <a:pt x="0" y="32256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6004024"/>
            <a:ext cx="50799" cy="32256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6012279"/>
            <a:ext cx="668003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distruggi_registro: prima free(r-&gt;voti), poi free(r).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36587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Lunghezza in Uscita e Matrici in un Blocco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915741"/>
          </a:xfrm>
          <a:prstGeom prst="roundRect">
            <a:avLst>
              <a:gd name="adj" fmla="val 392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*filtra(const double misure[], int n,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double minimo, double massimo,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int *quante);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valide = filtra(letture, n, 300, 5000, &amp;n_valide);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*tab = malloc(righe * colonne * sizeof *tab);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tab[r * colonne + c]          /* elemento (r, c)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29580"/>
            <a:ext cx="5168076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blocco non dice quanto è lungo: una funzione che restituisce un array nuovo comunica la lunghezza con un parametro di uscita.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filtra fa due passate: conta gli elementi da tenere, alloca il blocco giusto, poi li copia.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430959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430959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566214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matrice di dimensioni scelte all'avvio sta in un solo blocco, con le righe una dopo l'altra: una malloc e una free.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con la Memoria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compilatore non controlla come si usa lo heap: questi errori compilano senza avvisi e spesso si manifestano lontano da dove sono stati commessi.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908627" cy="3484662"/>
          </a:xfrm>
          <a:prstGeom prst="roundRect">
            <a:avLst>
              <a:gd name="adj" fmla="val 32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481997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avviso = malloc(LUNG);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avviso = malloc(LUNG);     /* memory leak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free(p);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p-&gt;ora = 3;                /* uso dopo free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free(p);                   /* doppio free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&lt;= n; i++)   /* v[n] è fuori dal blocco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free(p);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NULL;                  /* corretto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470723"/>
            <a:ext cx="6908627" cy="449560"/>
          </a:xfrm>
          <a:custGeom>
            <a:avLst/>
            <a:gdLst/>
            <a:ahLst/>
            <a:cxnLst/>
            <a:rect l="l" t="t" r="r" b="b"/>
            <a:pathLst>
              <a:path w="6908627" h="44956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398760"/>
                </a:lnTo>
                <a:arcTo hR="50800" wR="50799" stAng="0" swAng="5400000"/>
                <a:lnTo>
                  <a:pt x="0" y="44956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470723"/>
            <a:ext cx="50799" cy="44956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605979"/>
            <a:ext cx="668003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gcc -g -fsanitize=address ferma il programma al primo accesso sbagliato e indica la riga.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59586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908627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Copia Superficiale e Copia Profonda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385769"/>
            <a:ext cx="690862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L'assegnamento tra struct copia i campi: se un campo è un puntatore, la copia punta allo stesso blocco.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074267"/>
            <a:ext cx="6908627" cy="3200202"/>
          </a:xfrm>
          <a:prstGeom prst="roundRect">
            <a:avLst>
              <a:gd name="adj" fmla="val 35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252385"/>
            <a:ext cx="6481997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 char classe[4]; int n; double *voti; } Registro;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 prova = originale;     /* stesso array dei voti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duplica(const Registro *da, Registro *a)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*a = *da;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a-&gt;voti = malloc(da-&gt;n * sizeof *a-&gt;voti);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...copia i voti...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633244"/>
            <a:ext cx="6908627" cy="645120"/>
          </a:xfrm>
          <a:custGeom>
            <a:avLst/>
            <a:gdLst/>
            <a:ahLst/>
            <a:cxnLst/>
            <a:rect l="l" t="t" r="r" b="b"/>
            <a:pathLst>
              <a:path w="6908627" h="645120">
                <a:moveTo>
                  <a:pt x="0" y="0"/>
                </a:moveTo>
                <a:lnTo>
                  <a:pt x="6857828" y="0"/>
                </a:lnTo>
                <a:arcTo hR="50800" wR="50799" stAng="16200000" swAng="5400000"/>
                <a:lnTo>
                  <a:pt x="6908627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633244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" y="5768499"/>
            <a:ext cx="650223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la copia superficiale le modifiche arrivano all'originale e il blocco va liberato una volta sola; la copia profonda ha un blocco suo.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304800"/>
            <a:ext cx="4267093" cy="2074863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Righe Sicure e Array di Puntatori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3484662"/>
          </a:xfrm>
          <a:prstGeom prst="roundRect">
            <a:avLst>
              <a:gd name="adj" fmla="val 328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31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buffer[32];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*bacheca[MAX];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fgets(buffer, 32, stdin);      /* mai più di 31 caratteri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copia = malloc(strlen(buffer) + 1);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strcpy(copia, buffer);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bacheca[n] = copia;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free(scaffale[k]);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scaffale[k] = NULL;            /* scaffale libero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29580"/>
            <a:ext cx="5168076" cy="159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fgets non supera mai la dimensione del buffer; se la riga è più lunga il resto va consumato con getchar. Ogni testo accettato va in un blocco di strlen + 1 byte.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un array di puntatori NULL indica una posizione libera: si riusa, un secondo free diventa free(NULL), alla fine si liberano i puntatori non NULL.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679799"/>
            <a:ext cx="5168076" cy="645120"/>
          </a:xfrm>
          <a:custGeom>
            <a:avLst/>
            <a:gdLst/>
            <a:ahLst/>
            <a:cxnLst/>
            <a:rect l="l" t="t" r="r" b="b"/>
            <a:pathLst>
              <a:path w="5168076" h="645120">
                <a:moveTo>
                  <a:pt x="0" y="0"/>
                </a:moveTo>
                <a:lnTo>
                  <a:pt x="5117277" y="0"/>
                </a:lnTo>
                <a:arcTo hR="50800" wR="50799" stAng="16200000" swAng="5400000"/>
                <a:lnTo>
                  <a:pt x="5168076" y="594320"/>
                </a:lnTo>
                <a:arcTo hR="50800" wR="50799" stAng="0" swAng="5400000"/>
                <a:lnTo>
                  <a:pt x="0" y="645120"/>
                </a:lnTo>
                <a:lnTo>
                  <a:pt x="0" y="0"/>
                </a:lnTo>
                <a:close/>
              </a:path>
            </a:pathLst>
          </a:cu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679799"/>
            <a:ext cx="50799" cy="645120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45823" y="2815054"/>
            <a:ext cx="476168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Due contatori, allocati e liberati, controllano a fine programma che nessun blocco sia rimasto in memoria.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4185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risultato di malloc senza controllare NULL.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046" y="929580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1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1" y="147123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Calcolare i byte con il tipo sbagliato invece di sizeof *p.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390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185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Contare gli elementi con sizeof sul puntatore.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046" y="193794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08067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9841" y="247959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Allocare strlen byte dimenticando il '\0'.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6390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84185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185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Restituire l'indirizzo di un array locale.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046" y="294630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1" y="308903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9841" y="348795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Liberare la struct prima del blocco che contiene.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390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584185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4185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Riusare un puntatore senza free: il vecchio blocco è perso.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046" y="3954661"/>
            <a:ext cx="5613260" cy="855960"/>
          </a:xfrm>
          <a:prstGeom prst="roundRect">
            <a:avLst>
              <a:gd name="adj" fmla="val 7122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349841" y="4097392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49841" y="4496316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o liberare di nuovo un puntatore dopo free.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2958431"/>
                <a:gridCol w="5006651"/>
                <a:gridCol w="341383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Situazione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 scelta durante l'esecuzione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= malloc(n * sizeof *p)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controllare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Restituire la memoria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free(p)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volta sola, free(NULL) innocuo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nello heap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s-&gt;campo, v[i].campo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free per blocco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 che crea un array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*crea(int n)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libera il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Lunghezza di un risultato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parametro int *quante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il blocco non la ricorda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con puntatori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crea_... e distruggi_...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prima i blocchi interni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Matrice di dimensioni variabili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tab[r * colonne + c]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solo blocco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Dopo free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=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niente puntatori pendenti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con puntatore da copiare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 profonda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blocco per 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Trovare gli errori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-fsanitize=address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indica la riga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Allocare e Liberare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malloc, array e struct.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010-prima-malloc.c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contatore nello stack e uno nello heap.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malloc(sizeof *p), controllo di NULL, free.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020-array-di-dimensione-scelta.c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ore di sonno di un periodo scelto.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malloc(n * sizeof *ore) e sizeof del puntatore.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703612"/>
          </a:xfrm>
          <a:prstGeom prst="roundRect">
            <a:avLst>
              <a:gd name="adj" fmla="val 423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030-struct-allocata.c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l'elezione del rappresentante di classe.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struct e array di struct nello heap.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Allocare e Liberare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Voti della verifica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Classe di n studenti: media, voti sopra la media, insufficienze.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Misure del laboratorio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Periodo del pendolo: media, scarto e misure anomale.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Scheda dello studente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struct allocata per riga e riempita da una funzione.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Posti della gita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Array di partecipanti con la capienza del pullman.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Copia di una stringa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Nomi dei diplomati in blocchi di strlen + 1 byte.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Funzioni e Memoria Dinamica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funzioni, buffer e proprietà.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010-funzione-che-alloca.c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tabelline per il ripasso.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crea_tabellina restituisce il blocco.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020-non-restituire-un-locale.c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etichette dei banchi del laboratorio.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buffer del chiamante o blocco allocato.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030-chi-libera.c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registri di due classi.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crea_registro e distruggi_registro.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Funzioni e Memoria Dinamica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Unire stringhe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13590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Indirizzi email della classe nella lunghezza esatta.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Tabella dei voti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135902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Tabellone dello scrutinio in un solo blocco.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602508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7427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Filtrare le misure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10219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Letture valide del sensore di CO2 in un array nuovo.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602508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7427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Elenco degli iscritti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10219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Corsi pomeridiani con crea, iscrivi, ritira e distruggi.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56879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709044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Torneo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068485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Squadre nello heap e classifica con indici temporanei.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Errori con la Memoria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perdite, free e limiti.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010-memory-leak.c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8" name="Text 6"/>
          <p:cNvSpPr/>
          <p:nvPr/>
        </p:nvSpPr>
        <p:spPr>
          <a:xfrm>
            <a:off x="711182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avvisi sul monitor dell'atrio.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4185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0" name="Text 8"/>
          <p:cNvSpPr/>
          <p:nvPr/>
        </p:nvSpPr>
        <p:spPr>
          <a:xfrm>
            <a:off x="711182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contatori di blocchi allocati e liberati.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0926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2" name="Text 10"/>
          <p:cNvSpPr/>
          <p:nvPr/>
        </p:nvSpPr>
        <p:spPr>
          <a:xfrm>
            <a:off x="4478722" y="178787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020-doppio-free-e-puntatore-pendente.c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78722" y="2376488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718" y="2478088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prenotazione annullata due volte.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8722" y="3227983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05718" y="3329583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libera(&amp;p) con free e p = NULL.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5462" y="1596827"/>
            <a:ext cx="3589744" cy="2508052"/>
          </a:xfrm>
          <a:prstGeom prst="roundRect">
            <a:avLst>
              <a:gd name="adj" fmla="val 456"/>
            </a:avLst>
          </a:prstGeom>
          <a:solidFill>
            <a:srgbClr val="DB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8373258" y="178787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030-fuori-dai-limiti.c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73258" y="2139057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0255" y="2240657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computer dell'aula studio.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73258" y="2990552"/>
            <a:ext cx="3234153" cy="699095"/>
          </a:xfrm>
          <a:prstGeom prst="roundRect">
            <a:avLst>
              <a:gd name="adj" fmla="val 8720"/>
            </a:avLst>
          </a:prstGeom>
          <a:solidFill>
            <a:srgbClr val="F2EDE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0255" y="3092152"/>
            <a:ext cx="2980159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ciclo con &lt;= rovina l'array vicino.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Errori con la Memoria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Contatore delle allocazioni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Registro dei blocchi: perdite e doppi free segnalati.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Riga sicura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8921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Messaggi della bacheca senza overflow.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390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Prestiti dell'attrezzatura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Array di puntatori con NULL per lo scaffale libero.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046" y="2155527"/>
            <a:ext cx="5613260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29577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Copia del registro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655213"/>
            <a:ext cx="543546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Copia superficiale e profonda prima dello scrutinio.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390" y="3121819"/>
            <a:ext cx="11378915" cy="813991"/>
          </a:xfrm>
          <a:prstGeom prst="roundRect">
            <a:avLst>
              <a:gd name="adj" fmla="val 1404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262063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Archivio delle foto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621504"/>
            <a:ext cx="11201120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Foto e didascalie: memoria su due livelli.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2026-10-13T09:38:58Z</dcterms:created>
  <dcterms:modified xsi:type="dcterms:W3CDTF">2026-10-13T09:38:58Z</dcterms:modified>
</cp:coreProperties>
</file>