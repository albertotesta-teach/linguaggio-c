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calloc e realloc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107103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calloc, realloc, realloc in pratica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686520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1788120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1845211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1788120"/>
            <a:ext cx="1708703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1845211"/>
            <a:ext cx="210497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MEMORIA DINAMICA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0934" y="1788120"/>
            <a:ext cx="1620797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887591" y="1845211"/>
            <a:ext cx="201706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 E REALLOC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470288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calloc: un Blocco Azzerato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 riceve il numero di elementi e la dimensione di ciascuno, e mette a zero tutti i byte del blocco.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*a = malloc(n * sizeof *a);      /* contenuto non definito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*b = calloc(n, sizeof *b);       /* n int che valgono 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printf("Memoria insufficiente.\n");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free(b);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5859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5859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59384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 conviene quando il programma parte davvero da zero: contatori, totali, flag, celle vuote. Se ogni elemento verrà scritto prima di essere letto, basta malloc.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53553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Contatori e Matrici Azzerate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*conta = calloc(LETTERE, sizeof *conta);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conta[c - 'a']++;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*assente = calloc(giorni * studenti, sizeof *assente);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assente[g * studenti + s] =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*composto = calloc(n + 1, sizeof *composto);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1757120"/>
                <a:gridCol w="1705428"/>
                <a:gridCol w="1705528"/>
              </a:tblGrid>
              <a:tr h="397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argomenti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* sizeof *p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n, sizeof *p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contenuto iniziale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definito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byte a zero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dati scritti subito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contatori, flag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162399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162399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297654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 azzera i byte: per gli interi è 0; per double e puntatori lo standard non lo garantisce, ma su tutte le macchine comuni valgono 0.0 e NULL.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realloc: Cambiare Dimensione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realloc restituisce un blocco della nuova dimensione che contiene i dati del vecchio. Se c'è spazio lo allunga sul posto, altrimenti alloca altrove, copia e libera il vecchio.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nuovo = realloc(temperature, 14 * sizeof *nuovo);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(nuovo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 = nuovo;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i primi 7 valori ci sono ancora,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gli altri 7 vanno scritti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3851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13851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27376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realloc si usa solo il puntatore restituito: l'indirizzo può essere cambiato. I posti aggiunti non sono inizializzati.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85373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 Temporaneo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realloc non trova memoria restituisce NULL e non libera il blocco vecchio, che resta valido con i suoi dati.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realloc(v, nuova_n * sizeof *v);    /* SBAGLIATO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realloc(v, nuova_n * sizeof *v);  /* corretto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(tmp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v è ancora valido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tmp;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nuova_n;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43053"/>
            <a:ext cx="6908627" cy="449560"/>
          </a:xfrm>
          <a:custGeom>
            <a:avLst/>
            <a:gdLst/>
            <a:ahLst/>
            <a:cxnLst/>
            <a:rect l="l" t="t" r="r" b="b"/>
            <a:pathLst>
              <a:path w="6908627" h="44956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398760"/>
                </a:lnTo>
                <a:arcTo hR="50800" wR="50799" stAng="0" swAng="5400000"/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43053"/>
            <a:ext cx="50799" cy="44956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878308"/>
            <a:ext cx="668003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dimensione si aggiorna solo dopo che realloc è riuscita.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18658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Ridurre un Blocco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punteggi = malloc(MASSIMO * sizeof *punteggi);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lettura di n punteggi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==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free(punteggi);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punteggi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tmp = realloc(punteggi, n * sizeof *punteggi);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(tmp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punteggi = tmp;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non si sa quanti dati arriveranno si può allocare un massimo, riempirlo e poi restituire la parte non usata.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filtro sul posto, con un indice che legge e uno che scrive, toglie i valori errati senza un secondo array; poi realloc riduce il blocco.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430959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430959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566214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 realloc(p, 0): il risultato dipende dalla libreria. Per svuotare si usano free e NULL.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Colonna in più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tabellone in un solo blocco ha le righe una dopo l'altra: aggiungere una colonna cambia la lunghezza di ogni riga, quindi dopo la realloc i voti si spostano.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realloc(tab, righe * (colonne + 1) * sizeof *tmp);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righe - 1; r &gt;= 0; r--)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colonne - 1; c &gt;= 0; c--)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tmp[r * (colonne + 1) + c] = tmp[r * colonne + 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2297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2297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55822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parte dall'ultimo voto: la nuova posizione non è mai prima della vecchia, quindi nessun voto viene sovrascritto prima di essere spostato.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86623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realloc con NULL e Costo della Crescita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**parole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realloc(parole, (n + 1) * sizeof *parole);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(tmp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parole = tmp;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parole[n] = copia;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realloc(NULL, byte) funziona come malloc: un elenco può partire vuoto e crescere sempre con realloc.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532037"/>
          <a:ext cx="5168076" cy="914400"/>
        </p:xfrm>
        <a:graphic>
          <a:graphicData uri="http://schemas.openxmlformats.org/drawingml/2006/table">
            <a:tbl>
              <a:tblPr/>
              <a:tblGrid>
                <a:gridCol w="1291994"/>
                <a:gridCol w="1291994"/>
                <a:gridCol w="1291994"/>
                <a:gridCol w="1292093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crescita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copie (max)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10 000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10 000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49 995 000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10 000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+16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625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3 120 000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367584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36758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502839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Crescere di un elemento alla volta costa come n²: 03-array-dinamici mostra una strategia molto migliore.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Indici, non Puntatori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*capoclasse = &amp;classe[2];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realloc(classe, 5 * sizeof *classe);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capoclasse-&gt;voto       /* SBAGLIATO: pendente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capoclasse = 2;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realloc(classe, 5 * sizeof *classe);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= tmp;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classe[capoclasse].voto     /* corretto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realloc sposta il blocco, ogni puntatore a un suo elemento diventa pendente. Gli indici invece restano validi: l'elemento 2 è sempre classe[2].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prenotazioni del laboratorio ricordano la postazione con l'indice: quando arrivano postazioni nuove il blocco si sposta, ma le prenotazioni restano corrette.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679799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679799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815054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ricordare un elemento di un blocco che può cambiare dimensione si conserva il suo indice, non il suo indirizzo.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Contare su malloc per avere zeri nei contatori.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Moltiplicare gli argomenti di calloc invece di passarli separati.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v = realloc(v, ...) e perdere il blocco se fallisce.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Aggiornare la dimensione prima di sapere se realloc è riuscita.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puntatore vecchio dopo realloc.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Contare sugli zeri nella parte aggiunta da realloc.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Chiamare realloc(p, 0) invece di free.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Tenere puntatori a elementi di un blocco che cresce.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Contatori e flag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calloc(n, sizeof *p)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tutti i byte a zero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Matrice vuota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calloc(righe * colonne, 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Cambiare 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tmp = realloc(p, byte)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contenuto resta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 fallisce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tmp ==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ancora valido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Ridurre ai dati usati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 dopo 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== 0: free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Togliere valori errati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filtro sul posto, poi realloc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indici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Colonna in più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spostare dall'ultimo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 e c decrescenti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Elenco che parte vuoto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realloc(NULL, 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come malloc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Crescita di uno alla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costo come n²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vedi 03-array-dinamici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Ricordare un 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 puntatori si invalidano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calloc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blocchi azzerati.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010-calloc-azzera.c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blocchi di 6 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calloc a confronto con malloc più azzeramento.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020-contatori-con-calloc.c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lettere più frequenti di un testo cifrato.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26 contatori che partono da zero.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030-matrice-azzerata.c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torneo di scacchi tutti contro tutti.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tabella dei punti in un blocco azzerato.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calloc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Istogramma dei voti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contatore per voto, nella scala scelta dal docente.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Presenze del mese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Matrice giorni × studenti delle assenze.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Parole per lunghezza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Leggibilità di un testo: parole per numero di lettere.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Posti a teatro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Sala con i codici delle prenotazioni, 0 per i posti liberi.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Crivello di Eratostene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Flag dei numeri composti fino a un milione.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realloc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ingrandire, fallire e ridurre.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010-ingrandire-un-blocco.c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temperature di due settimane.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contenuto conservato, blocco spostato.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020-puntatore-temporaneo.c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richiesta di memoria impossibile.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tmp = realloc, il blocco vecchio resta valido.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030-rimpicciolire.c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punteggi della gara di matematica.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 200 posti a quelli usati.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realloc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Posti aggiuntivi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corso di fotografia con posti aggiunti e tolti.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Testo che si allunga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verbale del consiglio di classe, una frase alla volta.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Misure ridotte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Letture errate del pluviometro tolte sul posto.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Nuova materia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colonna in più nel tabellone dei voti.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Fusione di classi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elenchi ordinati fusi dal fondo.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realloc in Pratica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NULL, costi e indici.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010-realloc-casi-limite.c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libri consigliati per l'estate.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realloc(NULL, ...) e svuotamento con free.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020-quanto-costa-crescere.c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blocchi che crescono di 1 e di 16.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realloc e copie del caso peggiore.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030-puntatori-invalidati.c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capoclasse dopo due nuovi arrivi.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indice invece di puntatore.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realloc in Pratica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Riga di lunghezza qualsiasi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Risposte del questionario lette in un blocco che cresce.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Elenco di parole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Parole distinte di un tema e ripetizioni.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Prenotazioni con indici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Postazioni che aumentano, prenotazioni sempre valide.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Registro che cresce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Studenti che arrivano e che si trasferiscono.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Archivio dei sensori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blocco di letture per sensore, ridimensionato con il periodo.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2026-10-13T15:20:17Z</dcterms:created>
  <dcterms:modified xsi:type="dcterms:W3CDTF">2026-10-13T15:20:17Z</dcterms:modified>
</cp:coreProperties>
</file>