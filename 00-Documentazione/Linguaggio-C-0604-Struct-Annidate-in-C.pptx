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397191"/>
            <a:ext cx="6502237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Struct Annidate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3204190"/>
            <a:ext cx="65022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Struct dentro struct, funzioni e struct annidate, array e struct annidate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4017268"/>
            <a:ext cx="6502237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4118868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417595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4118868"/>
            <a:ext cx="1801371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4175959"/>
            <a:ext cx="219764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STRUTTURE E UNIONI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73602" y="4118868"/>
            <a:ext cx="1582698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980259" y="4175959"/>
            <a:ext cx="1978968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STRUCT ANNIDATE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990600"/>
            <a:ext cx="4876678" cy="48768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Campo che è una Struct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tipo già definito può essere il tipo di un campo: per arrivare a un campo interno i punti si leggono da sinistra a destra.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3799582"/>
          </a:xfrm>
          <a:prstGeom prst="roundRect">
            <a:avLst>
              <a:gd name="adj" fmla="val 30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1678404"/>
            <a:ext cx="6603835" cy="3697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giorno;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mese;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anno;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Data;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nome[20];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classe[4];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nascita;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Studente;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s.nascita.anno = 2010;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626894"/>
            <a:ext cx="6908627" cy="1107281"/>
          </a:xfrm>
          <a:prstGeom prst="roundRect">
            <a:avLst>
              <a:gd name="adj" fmla="val 5505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626894"/>
            <a:ext cx="50799" cy="11072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940901"/>
            <a:ext cx="65022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 va definita prima di Studente; sizeof(Studente) comprende sizeof(Data).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12020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Inizializzare Struct Annidate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631281"/>
          </a:xfrm>
          <a:prstGeom prst="roundRect">
            <a:avLst>
              <a:gd name="adj" fmla="val 434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Iscritto a = {"Rossi Elena", {12, 3, 2010}, {15, 9, 2025}};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Iscritto b = {.nome = "Costa Marta",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.nascita = {.giorno = 5, .mese = 7, .anno = 2010}};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Iscritto c = {.nome = "Villa Sara", .nascita.anno = 2009};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Iscritto vuoto = {0};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2170554"/>
                <a:gridCol w="299752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Forma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Effetto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graffe interne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struct interna in ordine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.nascita = {...}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parte con il suo nome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.nascita.anno = 2009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solo campo interno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{0}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tutto a zero, anche dentro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3310830"/>
            <a:ext cx="5168076" cy="1356122"/>
          </a:xfrm>
          <a:prstGeom prst="roundRect">
            <a:avLst>
              <a:gd name="adj" fmla="val 4495"/>
            </a:avLst>
          </a:pr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3310830"/>
            <a:ext cx="50799" cy="13561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45823" y="3624838"/>
            <a:ext cx="476168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graffe interne si possono omettere, ma il compilatore avverte (-Wmissing-braces): in questo corso si scrivono sempre.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Copiare e Confrontare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769122"/>
          </a:xfrm>
          <a:prstGeom prst="roundRect">
            <a:avLst>
              <a:gd name="adj" fmla="val 30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Colloquio spostato;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spostato = originale;        /* copia anche giorno e ora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spostato.ora = libero.ora;   /* copia un Orario intero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if (spostato.giorno == altro.giorno)   errore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stesso_momento =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spostato.giorno.giorno == altro.giorno.giorno &amp;&amp;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spostato.giorno.mese == altro.giorno.mese &amp;&amp;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spostato.giorno.anno == altro.giorno.anno &amp;&amp;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spostato.ora.ore == altro.ora.ore &amp;&amp;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spostato.ora.minuti == altro.ora.minuti;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1963788"/>
                <a:gridCol w="320428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annidate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 di tutto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 = a copia anche le parti interne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 di una parte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b.ora = a.ora, se il tipo è lo stesso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 con ==, a nessun livello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3162399"/>
            <a:ext cx="5168076" cy="1107281"/>
          </a:xfrm>
          <a:prstGeom prst="roundRect">
            <a:avLst>
              <a:gd name="adj" fmla="val 5505"/>
            </a:avLst>
          </a:pr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3162399"/>
            <a:ext cx="50799" cy="11072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45823" y="3476407"/>
            <a:ext cx="476168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confronto scende fino ai campi semplici: numeri con ==, stringhe con strcmp.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Passare una Parte alla Funzione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385769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che lavora sulle date riceve una Data, non uno Studente: così serve per qualunque Data, qualunque sia la struct che la contiene.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074267"/>
            <a:ext cx="6908627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252385"/>
            <a:ext cx="648199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eta(Data nascita, Data oggi);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cambia_indirizzo(Indirizzo *i, const char *via,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const char *cap, const char *comune);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eta(s.nascita, gita);               /* copia di 12 byte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cambia_indirizzo(&amp;s.residenza, "via Cavour 3",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"15121", "Alessandria");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621113"/>
            <a:ext cx="6908627" cy="1107281"/>
          </a:xfrm>
          <a:prstGeom prst="roundRect">
            <a:avLst>
              <a:gd name="adj" fmla="val 5505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621113"/>
            <a:ext cx="50799" cy="11072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935121"/>
            <a:ext cx="65022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leggere una parte piccola basta il valore; per modificarla si passa il suo indirizzo, e la funzione non vede il resto dello studente.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394347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Puntatori e Parti Interne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5906146" cy="914400"/>
        </p:xfrm>
        <a:graphic>
          <a:graphicData uri="http://schemas.openxmlformats.org/drawingml/2006/table">
            <a:tbl>
              <a:tblPr/>
              <a:tblGrid>
                <a:gridCol w="1771804"/>
                <a:gridCol w="2067072"/>
                <a:gridCol w="2067270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Ho in mano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Campo interno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Indirizzo della parte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Studente s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s.residenza.cap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&amp;s.residenza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Studente *p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p-&gt;residenza.cap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&amp;p-&gt;residenza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06390" y="2516287"/>
            <a:ext cx="5906146" cy="1356122"/>
          </a:xfrm>
          <a:prstGeom prst="roundRect">
            <a:avLst>
              <a:gd name="adj" fmla="val 4495"/>
            </a:avLst>
          </a:prstGeom>
          <a:solidFill>
            <a:srgbClr val="DCEFDC"/>
          </a:solidFill>
          <a:ln/>
        </p:spPr>
      </p:sp>
      <p:sp>
        <p:nvSpPr>
          <p:cNvPr id="5" name="Shape 2"/>
          <p:cNvSpPr/>
          <p:nvPr/>
        </p:nvSpPr>
        <p:spPr>
          <a:xfrm>
            <a:off x="406390" y="2516287"/>
            <a:ext cx="50799" cy="13561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6" name="Text 3"/>
          <p:cNvSpPr/>
          <p:nvPr/>
        </p:nvSpPr>
        <p:spPr>
          <a:xfrm>
            <a:off x="634984" y="2830294"/>
            <a:ext cx="549975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freccia serve solo dove c'è un puntatore: p-&gt;residenza è già una struct, quindi dopo si usa il punto. &amp;p-&gt;residenza si legge &amp;(p-&gt;residenza).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7229" y="1129605"/>
            <a:ext cx="5168076" cy="2915741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</p:sp>
      <p:sp>
        <p:nvSpPr>
          <p:cNvPr id="8" name="Text 5"/>
          <p:cNvSpPr/>
          <p:nvPr/>
        </p:nvSpPr>
        <p:spPr>
          <a:xfrm>
            <a:off x="6830544" y="1307723"/>
            <a:ext cx="4741446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trasferisci(Studente *p, const char *classe,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const char *via, const char *cap,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const char *comune)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strcpy(p-&gt;classe, classe);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cambia_indirizzo(&amp;p-&gt;residenza, via, cap, comune);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p-&gt;residenza-&gt;cap     errore */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a Livelli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5191423"/>
          </a:xfrm>
          <a:prstGeom prst="roundRect">
            <a:avLst>
              <a:gd name="adj" fmla="val 220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483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stampa_studente(const Studente *s)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printf("%s, nato/a il ", s-&gt;nome);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stampa_data(&amp;s-&gt;nascita);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printf("\n  residente in 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stampa_indirizzo(&amp;s-&gt;residenza);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studente_valido(const Studente *s)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nome_ok = s-&gt;nome[0] != '\0';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data_ok = data_valida(&amp;s-&gt;nascita);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indirizzo_ok = indirizzo_valido(&amp;s-&gt;residenza);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nome_ok &amp;&amp; data_ok &amp;&amp; indirizzo_ok;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tipo ha le sue funzioni, e la funzione del tipo esterno chiama quelle dei tipi interni. Ogni funzione è corta e si occupa di un solo livello.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1780877"/>
            <a:ext cx="5168076" cy="1356122"/>
          </a:xfrm>
          <a:prstGeom prst="roundRect">
            <a:avLst>
              <a:gd name="adj" fmla="val 4495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1780877"/>
            <a:ext cx="50799" cy="13561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094885"/>
            <a:ext cx="476168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cambia il formato delle date (12 mar 2010 invece di 12/03/2010) si modifica solo stampa_data: tutte le funzioni che la usano si adeguano.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di Struct in un Campo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5191423"/>
          </a:xfrm>
          <a:prstGeom prst="roundRect">
            <a:avLst>
              <a:gd name="adj" fmla="val 220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4835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nome[4];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Studente alunni[MAX_ALUNNI];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n_alunni;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Classe;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aggiungi(Classe *c, const char *nome, double media)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riuscito = c-&gt;n_alunni &lt; MAX_ALUNNI;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(riuscito)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strcpy(c-&gt;alunni[c-&gt;n_alunni].nome, nome);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c-&gt;alunni[c-&gt;n_alunni].media = media;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c-&gt;n_alunni++;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riuscito;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classe è un nome e un elenco di studenti: l'array e il suo contatore stanno insieme nella struct, e una funzione che riceve la Classe ha già tutto quello che le serve.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1780877"/>
            <a:ext cx="5168076" cy="1356122"/>
          </a:xfrm>
          <a:prstGeom prst="roundRect">
            <a:avLst>
              <a:gd name="adj" fmla="val 4495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1780877"/>
            <a:ext cx="50799" cy="13561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094885"/>
            <a:ext cx="476168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struct è grande (sizeof comprende tutto l'array): si passa per indirizzo, Classe * per modificarla e const Classe * per leggerla.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Leggere una Catena di Accessi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385769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scuola ha un array di classi, ogni classe un array di studenti, ogni studente una data di nascita. La catena si legge un passo alla volta.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074267"/>
            <a:ext cx="6908627" cy="2062361"/>
          </a:xfrm>
          <a:prstGeom prst="roundRect">
            <a:avLst>
              <a:gd name="adj" fmla="val 554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252385"/>
            <a:ext cx="6481997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 = 0; c &lt; scuola.n_classi; c++)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 = 0; s &lt; scuola.classi[c].n_alunni; s++)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anno = scuola.classi[c].alunni[s].nascita.anno;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336653"/>
            <a:ext cx="6908627" cy="1356122"/>
          </a:xfrm>
          <a:prstGeom prst="roundRect">
            <a:avLst>
              <a:gd name="adj" fmla="val 4495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336653"/>
            <a:ext cx="50799" cy="13561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4650661"/>
            <a:ext cx="650223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Dopo un array viene [ ], dopo una struct viene il punto. I cicli si annidano come i livelli: classi fuori, studenti della classe c dentro, fino al contatore.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87218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Una Funzione per Ogni Livello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catena lunga si spezza con una funzione per ogni livello, che riceve solo il suo pezzo e chiama la funzione del livello sotto.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3200202"/>
          </a:xfrm>
          <a:prstGeom prst="roundRect">
            <a:avLst>
              <a:gd name="adj" fmla="val 35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media_classe(const Classe *c)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somma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 = 0; s &lt; c-&gt;n_alunni; s++)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somma = somma + media_studente(&amp;c-&gt;alunni[s]);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c-&gt;n_alunni &gt; 0 ? somma / c-&gt;n_alunni :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027513"/>
            <a:ext cx="6908627" cy="1107281"/>
          </a:xfrm>
          <a:prstGeom prst="roundRect">
            <a:avLst>
              <a:gd name="adj" fmla="val 5505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027513"/>
            <a:ext cx="50799" cy="11072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341521"/>
            <a:ext cx="65022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media_studente conosce i voti, media_classe gli studenti, migliore le classi: nessuna funzione deve sapere come sono fatti i livelli più interni.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54754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909241"/>
          </a:xfrm>
          <a:prstGeom prst="roundRect">
            <a:avLst>
              <a:gd name="adj" fmla="val 6704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4185" y="1472188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Saltare un livello: s.anno invece di s.nascita.anno.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046" y="929580"/>
            <a:ext cx="5613260" cy="909241"/>
          </a:xfrm>
          <a:prstGeom prst="roundRect">
            <a:avLst>
              <a:gd name="adj" fmla="val 6704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1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1" y="1472188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nome di un campo come variabile: nascita.anno.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390" y="1991221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" y="213395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185" y="2533829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Definire il tipo interno dopo il tipo che lo usa.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046" y="1991221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13395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9841" y="2533829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Confrontare due parti con ==, per esempio a.giorno == b.giorno.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6390" y="3301702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84185" y="3444433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185" y="3844310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la freccia dopo il primo livello: p-&gt;residenza-&gt;cap.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046" y="3301702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1" y="3444433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9841" y="3844310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Passare la parte per valore a una funzione che deve modificarla.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6390" y="4612184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584185" y="4754915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4185" y="5154791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Scorrere un array interno fino a MAX invece che fino al contatore.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046" y="4612184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349841" y="4754915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49841" y="5154791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Passare per valore una struct che contiene un array grande.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3413635"/>
                <a:gridCol w="4323944"/>
                <a:gridCol w="364133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Situazione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Campo che è una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Data nascita; dentro Studente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 interno definito prima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Accesso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s.nascita.anno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punti da sinistra a destra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Inizializzazione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{"Rossi", {12, 3, 2010}}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graffe interne sempre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 = a; b.ora = a.ora;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anche le parti interne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Confronto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campo per 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 == tra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 su una parte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eta(s.nascita, oggi)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più generale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Modificare una parte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f(&amp;s.residenza), f(&amp;p-&gt;residenza)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funzione vede solo la parte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dentro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c-&gt;alunni[i], c-&gt;n_alunni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e contatore insieme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Più livelli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funzione per livello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grandi per indirizzo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Struct dentro Struct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campi interni, inizializzazione e copia.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010-campo-struct.c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studenti della 2A e chi è il più giovane.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18611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28771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 dentro Studente, punti in catena e sizeof.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020-inizializzazione-annidata.c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iscritti al corso di robotica.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graffe interne, campi con nome e {0}.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030-copia-e-confronto-annidati.c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colloqui con i genitori.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copia di tutto e di una parte, confronto campo per campo.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Struct dentro Struct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Prestiti della biblioteca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98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Tre Data per prestito: giorni di ritardo e multa.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Anagrafica studenti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98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Indirizzo dentro Studente: ricerca per comune e CAP.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20880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3490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Pianta del laboratorio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709446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Banchi come due Punto: area, centro e distanza dalla porta.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20880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3490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Visite al museo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709446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Visita con Data e Orario: controllo delle sovrapposizioni.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477220"/>
            <a:ext cx="11378915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617465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Tratte ferroviarie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977858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Tratta, Fermata e Orario: il collegamento che arriva prima, anche con un cambio.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Funzioni e Struct Annidate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parti, puntatori e livelli.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010-passare-una-parte.c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autorizzazioni per la gita dei minorenni.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eta(s.nascita, gita) e stampa_data per ogni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020-puntatore-e-campo-interno.c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uno studente cambia casa e classe.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p-&gt;residenza.cap, &amp;s.residenza e &amp;p-&gt;residenza.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030-funzioni-a-livelli.c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schede di due nuovi iscritti.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2990552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092152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stampa e controllo dello studente con le funzioni delle parti.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Funzioni e Struct Annidate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Rinnovo abbonamenti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13685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aggiungi_mesi(&amp;ab-&gt;scadenza, mesi) e avvisi di scadenza.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Scheda dispositivo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13685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Controllo separato di Hardware e Rete, indirizzi IP duplicati.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904629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30448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Agenda verifiche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405267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Spostare una verifica cambiando solo data e ora.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904629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0448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Conto della gita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405267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Importo dentro Voce: totale e quota per studente.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924201"/>
            <a:ext cx="11378915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4064445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Validazione iscrizione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424839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di lettura per ogni parte, con il codice della parte sbagliata.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Array e Struct Annidate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array interni, catene e livelli.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010-array-di-struct-in-un-campo.c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classe del corso serale con 4 posti.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Classe con alunni[] e n_alunni, aggiungi e media.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020-catena-di-accessi.c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studente più giovane del corso serale.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scuola.classi[c].alunni[s].nascita.anno con due cicli.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030-funzioni-sul-livello-giusto.c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premio alla classe con la media più alta.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media_studente, media_classe e migliore a cascata.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Array e Struct Annidate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Orario settimanale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13685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Matrice di Lezione in ogni classe: ore dei docenti e conflitti.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Torneo a squadre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13685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Squadre con la rosa: gol, rose e capocannoniere.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904629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30448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Itinerario della gita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405267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Tappe con due Orario: controllo della sequenza e tempi.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904629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0448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Menu della mensa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405267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Settimana di menu da tre piatti: calorie e piatti ripetuti.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924201"/>
            <a:ext cx="11378915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4064445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Registro di classe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424839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Voti con data e materia: medie con filtri facoltativi.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2026-10-12T13:41:33Z</dcterms:created>
  <dcterms:modified xsi:type="dcterms:W3CDTF">2026-10-12T13:41:33Z</dcterms:modified>
</cp:coreProperties>
</file>